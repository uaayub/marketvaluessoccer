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34"/>
    <p:restoredTop sz="94637"/>
  </p:normalViewPr>
  <p:slideViewPr>
    <p:cSldViewPr snapToGrid="0">
      <p:cViewPr varScale="1">
        <p:scale>
          <a:sx n="147" d="100"/>
          <a:sy n="14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AB61-AA5C-D6AE-0FEC-E55D0BBFA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Player Values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C6E7A-44EA-7CB5-C788-3A75F9F81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Umer Ayub</a:t>
            </a:r>
          </a:p>
        </p:txBody>
      </p:sp>
    </p:spTree>
    <p:extLst>
      <p:ext uri="{BB962C8B-B14F-4D97-AF65-F5344CB8AC3E}">
        <p14:creationId xmlns:p14="http://schemas.microsoft.com/office/powerpoint/2010/main" val="96844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3283B-0949-21AE-EFA5-86E6824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does it matter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68309-495D-6230-B580-E74ECB72F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Players in soccer have about to be bought and sold going up to tens of millions of dollars.</a:t>
            </a:r>
          </a:p>
          <a:p>
            <a:endParaRPr lang="en-US"/>
          </a:p>
          <a:p>
            <a:r>
              <a:rPr lang="en-US"/>
              <a:t>Spending the wrong amount on players leads to clubs creating debt and teams with years of history disappearing in obscurity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071CB-9D92-D800-8CCE-F622EA272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10705"/>
            <a:ext cx="6092601" cy="540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86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AF9117-AA06-C72C-77F1-8C6C011C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0532"/>
          <a:stretch>
            <a:fillRect/>
          </a:stretch>
        </p:blipFill>
        <p:spPr>
          <a:xfrm>
            <a:off x="4649234" y="10"/>
            <a:ext cx="3775438" cy="263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2D030D-37F3-9D3E-3F48-CA4731C67D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9123"/>
          <a:stretch>
            <a:fillRect/>
          </a:stretch>
        </p:blipFill>
        <p:spPr>
          <a:xfrm>
            <a:off x="5297764" y="2883425"/>
            <a:ext cx="6116676" cy="34185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668ED-09FE-16DA-5230-BE43B90F6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0BB37-58C4-7B13-55F9-70E85B88D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dataset comes from Kaggle with the dataset being from Transfermarkt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 datasets are being used for this to have the proper features for this project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 datasets with a total of 45 features originally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6E1C5-B8FF-BEE4-9D10-1214289C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17" r="-2" b="13749"/>
          <a:stretch>
            <a:fillRect/>
          </a:stretch>
        </p:blipFill>
        <p:spPr>
          <a:xfrm>
            <a:off x="8410955" y="-10474"/>
            <a:ext cx="3776472" cy="26452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FD7FE0-E031-39BB-B624-992D666A0F5A}"/>
              </a:ext>
            </a:extLst>
          </p:cNvPr>
          <p:cNvSpPr txBox="1"/>
          <p:nvPr/>
        </p:nvSpPr>
        <p:spPr>
          <a:xfrm>
            <a:off x="5845898" y="2572919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Appearances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13E850-2CE2-A3A0-B4D5-4901C74006DF}"/>
              </a:ext>
            </a:extLst>
          </p:cNvPr>
          <p:cNvSpPr txBox="1"/>
          <p:nvPr/>
        </p:nvSpPr>
        <p:spPr>
          <a:xfrm>
            <a:off x="9441328" y="2572919"/>
            <a:ext cx="1715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 Valuations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CF54B-BD8C-A134-0143-8B40F7C03B37}"/>
              </a:ext>
            </a:extLst>
          </p:cNvPr>
          <p:cNvSpPr txBox="1"/>
          <p:nvPr/>
        </p:nvSpPr>
        <p:spPr>
          <a:xfrm>
            <a:off x="8010648" y="6365892"/>
            <a:ext cx="82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75527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094B-B35C-1A34-F8EF-B3874923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F47E4-4893-256B-9F64-10CF477B2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Features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Foot</a:t>
            </a:r>
          </a:p>
          <a:p>
            <a:r>
              <a:rPr lang="en-US" dirty="0"/>
              <a:t>Height in cm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Current Domestic Competition</a:t>
            </a:r>
          </a:p>
          <a:p>
            <a:r>
              <a:rPr lang="en-US" dirty="0"/>
              <a:t>Goals per Game</a:t>
            </a:r>
          </a:p>
          <a:p>
            <a:r>
              <a:rPr lang="en-US" dirty="0"/>
              <a:t>Assists per Game</a:t>
            </a:r>
          </a:p>
          <a:p>
            <a:r>
              <a:rPr lang="en-US" dirty="0"/>
              <a:t>Minutes per Game</a:t>
            </a:r>
          </a:p>
          <a:p>
            <a:r>
              <a:rPr lang="en-US" dirty="0"/>
              <a:t>Yellow cards per Game</a:t>
            </a:r>
          </a:p>
          <a:p>
            <a:r>
              <a:rPr lang="en-US" dirty="0"/>
              <a:t>Total Appearances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3C6A5-BFA3-01ED-06F4-3BF126E38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Combined all datasets into one main dataset</a:t>
            </a:r>
          </a:p>
          <a:p>
            <a:r>
              <a:rPr lang="en-US" dirty="0"/>
              <a:t>One Hot Encoding for all categorical values</a:t>
            </a:r>
          </a:p>
          <a:p>
            <a:r>
              <a:rPr lang="en-US" dirty="0"/>
              <a:t>Condensed the features into 11 features to predict market value</a:t>
            </a:r>
          </a:p>
        </p:txBody>
      </p:sp>
    </p:spTree>
    <p:extLst>
      <p:ext uri="{BB962C8B-B14F-4D97-AF65-F5344CB8AC3E}">
        <p14:creationId xmlns:p14="http://schemas.microsoft.com/office/powerpoint/2010/main" val="2199489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3C95-044A-1504-C0AC-95662A05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338B8-D0A0-EDEF-570B-411CA3AAC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516" y="3153597"/>
            <a:ext cx="2753240" cy="310198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Baseline Model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Simple model finding the average mean market values of players in the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1CE78-FAE6-853E-7DFE-189789B23BC3}"/>
              </a:ext>
            </a:extLst>
          </p:cNvPr>
          <p:cNvSpPr txBox="1"/>
          <p:nvPr/>
        </p:nvSpPr>
        <p:spPr>
          <a:xfrm>
            <a:off x="4719380" y="3153597"/>
            <a:ext cx="27532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Linear Regression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This model is used to assume the features being used have a linear relationship to try and predict the market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F9A1D-4D97-27FE-9B37-4F3CA31B190E}"/>
              </a:ext>
            </a:extLst>
          </p:cNvPr>
          <p:cNvSpPr txBox="1"/>
          <p:nvPr/>
        </p:nvSpPr>
        <p:spPr>
          <a:xfrm>
            <a:off x="8584244" y="3153597"/>
            <a:ext cx="2753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Decision Tree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This model is being used as </a:t>
            </a:r>
          </a:p>
        </p:txBody>
      </p:sp>
    </p:spTree>
    <p:extLst>
      <p:ext uri="{BB962C8B-B14F-4D97-AF65-F5344CB8AC3E}">
        <p14:creationId xmlns:p14="http://schemas.microsoft.com/office/powerpoint/2010/main" val="62972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F71C-6E14-327E-49DC-2DDD3B3C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2FE87-03C0-CFB9-CB5D-5189616B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Finish the remaining models</a:t>
            </a:r>
          </a:p>
          <a:p>
            <a:r>
              <a:rPr lang="en-US" dirty="0"/>
              <a:t>Test all 3 models after adjusting for skewness</a:t>
            </a:r>
          </a:p>
          <a:p>
            <a:r>
              <a:rPr lang="en-US" dirty="0"/>
              <a:t>Adding more features to improve the accuracy score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12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B7-AA3E-1139-FB43-816D6EAD4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AFE92-D14E-18AA-573F-0B64154CC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8891508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38</TotalTime>
  <Words>214</Words>
  <Application>Microsoft Macintosh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Predicting Player Values</vt:lpstr>
      <vt:lpstr>Why does it matter</vt:lpstr>
      <vt:lpstr>Dataset</vt:lpstr>
      <vt:lpstr>Feature Engineering </vt:lpstr>
      <vt:lpstr>Models</vt:lpstr>
      <vt:lpstr>Next Steps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Ayub, Umer</dc:creator>
  <cp:lastModifiedBy>Ayub, Umer</cp:lastModifiedBy>
  <cp:revision>1</cp:revision>
  <dcterms:created xsi:type="dcterms:W3CDTF">2026-04-16T00:38:10Z</dcterms:created>
  <dcterms:modified xsi:type="dcterms:W3CDTF">2026-04-16T01:16:41Z</dcterms:modified>
</cp:coreProperties>
</file>